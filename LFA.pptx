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894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7520" y="640080"/>
            <a:ext cx="310896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de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 Dojo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3090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Aptidão </a:t>
            </a:r>
            <a:r>
              <a:rPr lang="en-US" sz="1400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</a:t>
            </a:r>
            <a:r>
              <a:rPr lang="en-US" sz="1400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566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de Campos Lopes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de Escolas Rainha Dona Leonor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3400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6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Motivação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3898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658368" y="1298448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 — login seguro, registo com cinturão BJJ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58368" y="1828800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 aulas — vista semanal, blocos marcáveis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57200" y="245059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658368" y="2359152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atletas — CRUD completo, perfil detalhado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57200" y="298094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658368" y="2889504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níveis de acesso — Atleta · Professor · Administrador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57200" y="351129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658368" y="3419856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NoSQL — MongoDB Atlas, coleções Atletas/Aulas/Marcação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2960" y="960120"/>
            <a:ext cx="1097280" cy="9601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2057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0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07792" y="960120"/>
            <a:ext cx="1097280" cy="9601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496312" y="2057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9" name="Text 3"/>
          <p:cNvSpPr/>
          <p:nvPr/>
        </p:nvSpPr>
        <p:spPr>
          <a:xfrm>
            <a:off x="4581144" y="2057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77456" y="960120"/>
            <a:ext cx="1097280" cy="96012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665976" y="2057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2960" y="2624328"/>
            <a:ext cx="1097280" cy="96012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11480" y="37216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907792" y="2624328"/>
            <a:ext cx="1097280" cy="96012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2496312" y="37216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992624" y="2624328"/>
            <a:ext cx="1097280" cy="96012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581144" y="37216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077456" y="2624328"/>
            <a:ext cx="1097280" cy="96012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6665976" y="37216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RemoveBG</a:t>
            </a:r>
            <a:endParaRPr lang="en-US" sz="1000" dirty="0"/>
          </a:p>
        </p:txBody>
      </p:sp>
      <p:pic>
        <p:nvPicPr>
          <p:cNvPr id="1026" name="Picture 2" descr="NuGet Gallery | MongoDB">
            <a:extLst>
              <a:ext uri="{FF2B5EF4-FFF2-40B4-BE49-F238E27FC236}">
                <a16:creationId xmlns:a16="http://schemas.microsoft.com/office/drawing/2014/main" id="{98FC727F-CEB6-756E-4D70-DB227E7DD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193" y="960119"/>
            <a:ext cx="1120141" cy="96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65760" y="822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133856"/>
            <a:ext cx="2194560" cy="2286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3"/>
          <p:cNvSpPr/>
          <p:nvPr/>
        </p:nvSpPr>
        <p:spPr>
          <a:xfrm>
            <a:off x="365760" y="13898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566928" y="129844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JavaScript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65760" y="195681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6"/>
          <p:cNvSpPr/>
          <p:nvPr/>
        </p:nvSpPr>
        <p:spPr>
          <a:xfrm>
            <a:off x="566928" y="186537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 login / registo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65760" y="252374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566928" y="243230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semanal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65760" y="309067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566928" y="299923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administração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91840" y="822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66160" y="1133856"/>
            <a:ext cx="2194560" cy="2286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3291840" y="13898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/>
          <p:nvPr/>
        </p:nvSpPr>
        <p:spPr>
          <a:xfrm>
            <a:off x="3493008" y="129844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3291840" y="195681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3493008" y="186537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REST: /auth  /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atletas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/aulas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91840" y="252374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>
              <a:solidFill>
                <a:srgbClr val="00EE44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3493008" y="243230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291840" y="309067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0"/>
          <p:cNvSpPr/>
          <p:nvPr/>
        </p:nvSpPr>
        <p:spPr>
          <a:xfrm>
            <a:off x="3467501" y="301463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de autorização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217920" y="822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92240" y="1133856"/>
            <a:ext cx="2194560" cy="2286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Shape 23"/>
          <p:cNvSpPr/>
          <p:nvPr/>
        </p:nvSpPr>
        <p:spPr>
          <a:xfrm>
            <a:off x="6217920" y="13898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4"/>
          <p:cNvSpPr/>
          <p:nvPr/>
        </p:nvSpPr>
        <p:spPr>
          <a:xfrm>
            <a:off x="6419088" y="129844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(cloud)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217920" y="195681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6"/>
          <p:cNvSpPr/>
          <p:nvPr/>
        </p:nvSpPr>
        <p:spPr>
          <a:xfrm>
            <a:off x="6419088" y="186537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Coleção: Users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17920" y="252374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8"/>
          <p:cNvSpPr/>
          <p:nvPr/>
        </p:nvSpPr>
        <p:spPr>
          <a:xfrm>
            <a:off x="6419088" y="243230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Coleção: Marcação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217920" y="309067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0"/>
          <p:cNvSpPr/>
          <p:nvPr/>
        </p:nvSpPr>
        <p:spPr>
          <a:xfrm>
            <a:off x="6419088" y="299923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Coleção: Aulas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0060" y="4182665"/>
            <a:ext cx="8183880" cy="480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 err="1">
                <a:solidFill>
                  <a:srgbClr val="00EE44"/>
                </a:solidFill>
                <a:latin typeface="+mj-lt"/>
                <a:ea typeface="+mj-ea"/>
                <a:cs typeface="+mj-cs"/>
              </a:rPr>
              <a:t>Cronograma</a:t>
            </a:r>
            <a:endParaRPr lang="en-US" sz="2400" dirty="0">
              <a:solidFill>
                <a:srgbClr val="00EE44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0" name="Imagem 49">
            <a:extLst>
              <a:ext uri="{FF2B5EF4-FFF2-40B4-BE49-F238E27FC236}">
                <a16:creationId xmlns:a16="http://schemas.microsoft.com/office/drawing/2014/main" id="{BC70CB64-0D1B-3F9F-3024-EBFFB6243D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119" r="1" b="15476"/>
          <a:stretch>
            <a:fillRect/>
          </a:stretch>
        </p:blipFill>
        <p:spPr>
          <a:xfrm>
            <a:off x="480060" y="589359"/>
            <a:ext cx="8183880" cy="3627596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&amp; Funcionalidades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440180" y="67542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1440180" y="67542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25780" y="126978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525780" y="126978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354580" y="126978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6"/>
          <p:cNvSpPr/>
          <p:nvPr/>
        </p:nvSpPr>
        <p:spPr>
          <a:xfrm>
            <a:off x="2354580" y="126978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 flipH="1">
            <a:off x="1028700" y="995465"/>
            <a:ext cx="91440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8"/>
          <p:cNvSpPr/>
          <p:nvPr/>
        </p:nvSpPr>
        <p:spPr>
          <a:xfrm>
            <a:off x="1943100" y="995465"/>
            <a:ext cx="91440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9"/>
          <p:cNvSpPr/>
          <p:nvPr/>
        </p:nvSpPr>
        <p:spPr>
          <a:xfrm>
            <a:off x="1440180" y="186414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1440180" y="186414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28700" y="1589825"/>
            <a:ext cx="91440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2"/>
          <p:cNvSpPr/>
          <p:nvPr/>
        </p:nvSpPr>
        <p:spPr>
          <a:xfrm flipH="1">
            <a:off x="1943100" y="1589825"/>
            <a:ext cx="91440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388620" y="245850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/>
          <p:nvPr/>
        </p:nvSpPr>
        <p:spPr>
          <a:xfrm>
            <a:off x="388620" y="245850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Atletas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440180" y="245850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1440180" y="245850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491740" y="245850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8"/>
          <p:cNvSpPr/>
          <p:nvPr/>
        </p:nvSpPr>
        <p:spPr>
          <a:xfrm>
            <a:off x="2491740" y="245850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943100" y="2184185"/>
            <a:ext cx="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23" name="Shape 20"/>
          <p:cNvSpPr/>
          <p:nvPr/>
        </p:nvSpPr>
        <p:spPr>
          <a:xfrm>
            <a:off x="1943100" y="2184185"/>
            <a:ext cx="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1"/>
          <p:cNvSpPr/>
          <p:nvPr/>
        </p:nvSpPr>
        <p:spPr>
          <a:xfrm>
            <a:off x="1943100" y="2184185"/>
            <a:ext cx="105156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2"/>
          <p:cNvSpPr/>
          <p:nvPr/>
        </p:nvSpPr>
        <p:spPr>
          <a:xfrm>
            <a:off x="290675" y="3063943"/>
            <a:ext cx="1005840" cy="320040"/>
          </a:xfrm>
          <a:prstGeom prst="rect">
            <a:avLst/>
          </a:prstGeom>
          <a:solidFill>
            <a:srgbClr val="001800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3"/>
          <p:cNvSpPr/>
          <p:nvPr/>
        </p:nvSpPr>
        <p:spPr>
          <a:xfrm>
            <a:off x="280124" y="3063943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468880" y="3071153"/>
            <a:ext cx="1097280" cy="320040"/>
          </a:xfrm>
          <a:prstGeom prst="rect">
            <a:avLst/>
          </a:prstGeom>
          <a:solidFill>
            <a:srgbClr val="001800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7"/>
          <p:cNvSpPr/>
          <p:nvPr/>
        </p:nvSpPr>
        <p:spPr>
          <a:xfrm>
            <a:off x="2446020" y="3071153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</a:t>
            </a:r>
            <a:r>
              <a:rPr lang="en-US" sz="95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Aulas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994660" y="2778545"/>
            <a:ext cx="0" cy="292608"/>
          </a:xfrm>
          <a:prstGeom prst="line">
            <a:avLst/>
          </a:prstGeom>
          <a:noFill/>
          <a:ln w="15240">
            <a:solidFill>
              <a:srgbClr val="FF44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1"/>
          <p:cNvSpPr/>
          <p:nvPr/>
        </p:nvSpPr>
        <p:spPr>
          <a:xfrm>
            <a:off x="5851281" y="4033559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851281" y="4381031"/>
            <a:ext cx="274320" cy="0"/>
          </a:xfrm>
          <a:prstGeom prst="line">
            <a:avLst/>
          </a:prstGeom>
          <a:noFill/>
          <a:ln w="1905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3"/>
          <p:cNvSpPr/>
          <p:nvPr/>
        </p:nvSpPr>
        <p:spPr>
          <a:xfrm>
            <a:off x="6189609" y="4307879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851281" y="4627919"/>
            <a:ext cx="274320" cy="0"/>
          </a:xfrm>
          <a:prstGeom prst="line">
            <a:avLst/>
          </a:prstGeom>
          <a:noFill/>
          <a:ln w="19050">
            <a:solidFill>
              <a:srgbClr val="FF44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38" name="Text 35"/>
          <p:cNvSpPr/>
          <p:nvPr/>
        </p:nvSpPr>
        <p:spPr>
          <a:xfrm>
            <a:off x="6189609" y="4554767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434840" y="475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389120" y="749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Registo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389120" y="1188720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39"/>
          <p:cNvSpPr/>
          <p:nvPr/>
        </p:nvSpPr>
        <p:spPr>
          <a:xfrm>
            <a:off x="4590288" y="1097280"/>
            <a:ext cx="4279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com JWT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4389120" y="1375117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 Aulas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389120" y="1814029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5" name="Text 42"/>
          <p:cNvSpPr/>
          <p:nvPr/>
        </p:nvSpPr>
        <p:spPr>
          <a:xfrm>
            <a:off x="4590288" y="1722589"/>
            <a:ext cx="4279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semanal (Seg–Dom) · Blocos com hora e professor · Inscrição direta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4389120" y="200042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Administração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389120" y="243933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8" name="Text 45"/>
          <p:cNvSpPr/>
          <p:nvPr/>
        </p:nvSpPr>
        <p:spPr>
          <a:xfrm>
            <a:off x="4590288" y="2347898"/>
            <a:ext cx="4279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Listagem, adição e edição de atletas · Gestão de professores</a:t>
            </a:r>
            <a:endParaRPr lang="en-US" sz="105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DC30BC8F-E6A5-282C-8206-C963F357573C}"/>
              </a:ext>
            </a:extLst>
          </p:cNvPr>
          <p:cNvSpPr/>
          <p:nvPr/>
        </p:nvSpPr>
        <p:spPr>
          <a:xfrm flipH="1">
            <a:off x="891540" y="2184185"/>
            <a:ext cx="1051560" cy="246888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35562058-E1C6-434E-D9CD-78CD4A1564EF}"/>
              </a:ext>
            </a:extLst>
          </p:cNvPr>
          <p:cNvSpPr/>
          <p:nvPr/>
        </p:nvSpPr>
        <p:spPr>
          <a:xfrm>
            <a:off x="1357885" y="3070274"/>
            <a:ext cx="1097280" cy="320040"/>
          </a:xfrm>
          <a:prstGeom prst="rect">
            <a:avLst/>
          </a:prstGeom>
          <a:solidFill>
            <a:srgbClr val="001800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C2A973B4-CF48-6C86-5CC6-BF23FF128D20}"/>
              </a:ext>
            </a:extLst>
          </p:cNvPr>
          <p:cNvSpPr/>
          <p:nvPr/>
        </p:nvSpPr>
        <p:spPr>
          <a:xfrm>
            <a:off x="1357885" y="307027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Mensalidades</a:t>
            </a:r>
            <a:endParaRPr lang="en-US" sz="95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0E4F26BC-E3E6-C2EC-8F53-D9FABB624B9E}"/>
              </a:ext>
            </a:extLst>
          </p:cNvPr>
          <p:cNvSpPr/>
          <p:nvPr/>
        </p:nvSpPr>
        <p:spPr>
          <a:xfrm>
            <a:off x="1915668" y="2778545"/>
            <a:ext cx="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55" name="Shape 30">
            <a:extLst>
              <a:ext uri="{FF2B5EF4-FFF2-40B4-BE49-F238E27FC236}">
                <a16:creationId xmlns:a16="http://schemas.microsoft.com/office/drawing/2014/main" id="{DA4634F1-77E1-4ABF-D3AE-ACB5C83182A2}"/>
              </a:ext>
            </a:extLst>
          </p:cNvPr>
          <p:cNvSpPr/>
          <p:nvPr/>
        </p:nvSpPr>
        <p:spPr>
          <a:xfrm>
            <a:off x="1915668" y="3401568"/>
            <a:ext cx="0" cy="292608"/>
          </a:xfrm>
          <a:prstGeom prst="line">
            <a:avLst/>
          </a:prstGeom>
          <a:noFill/>
          <a:ln w="15240">
            <a:solidFill>
              <a:srgbClr val="FF44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38254207-1060-D22D-E23C-1F9D6AF61A64}"/>
              </a:ext>
            </a:extLst>
          </p:cNvPr>
          <p:cNvSpPr/>
          <p:nvPr/>
        </p:nvSpPr>
        <p:spPr>
          <a:xfrm>
            <a:off x="1394460" y="3705430"/>
            <a:ext cx="1005840" cy="320040"/>
          </a:xfrm>
          <a:prstGeom prst="rect">
            <a:avLst/>
          </a:prstGeom>
          <a:solidFill>
            <a:srgbClr val="001800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13D8AF58-56A4-75AA-2A3F-DE4311643360}"/>
              </a:ext>
            </a:extLst>
          </p:cNvPr>
          <p:cNvSpPr/>
          <p:nvPr/>
        </p:nvSpPr>
        <p:spPr>
          <a:xfrm>
            <a:off x="1394460" y="370543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</a:t>
            </a:r>
            <a:r>
              <a:rPr lang="en-US" sz="95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</a:t>
            </a:r>
            <a:r>
              <a:rPr lang="en-US" sz="95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39008FB8-9C2E-F3BC-0B7C-61985D5D8CD0}"/>
              </a:ext>
            </a:extLst>
          </p:cNvPr>
          <p:cNvSpPr/>
          <p:nvPr/>
        </p:nvSpPr>
        <p:spPr>
          <a:xfrm flipH="1">
            <a:off x="868680" y="2775028"/>
            <a:ext cx="1051560" cy="27432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 Encontradas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57200" y="1307592"/>
            <a:ext cx="103632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658368" y="1216152"/>
            <a:ext cx="90988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sessões JWT no frontend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18928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103632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658368" y="2240280"/>
            <a:ext cx="90988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dirty="0">
                <a:solidFill>
                  <a:schemeClr val="bg1"/>
                </a:solidFill>
                <a:highlight>
                  <a:srgbClr val="000000"/>
                </a:highlight>
              </a:rPr>
              <a:t>Após a criação da conta, o email com o código de verificação não é enviado</a:t>
            </a:r>
            <a:endParaRPr lang="en-US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291693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Sign in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57200" y="3355848"/>
            <a:ext cx="103632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658368" y="3264408"/>
            <a:ext cx="90988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Confusão entre ‘Ports’ do MongoDB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57200" y="39410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57200" y="4379976"/>
            <a:ext cx="103632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58368" y="4288536"/>
            <a:ext cx="90988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dos 3 níveis de acesso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199373" y="847023"/>
            <a:ext cx="586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Aprendizagens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2199372" y="1322511"/>
            <a:ext cx="139687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2400541" y="1231071"/>
            <a:ext cx="5559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full-stack — Node.js, Express, MongoDB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199372" y="1825431"/>
            <a:ext cx="139687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2400541" y="1733991"/>
            <a:ext cx="5559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autorização com JWT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199372" y="2328351"/>
            <a:ext cx="139687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2400541" y="2236911"/>
            <a:ext cx="5559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produção com Railway e Atlas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199372" y="2831271"/>
            <a:ext cx="139687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2400541" y="2739831"/>
            <a:ext cx="5559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projeto e cumprimento de cronograma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2199372" y="3334191"/>
            <a:ext cx="139687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2400541" y="3242751"/>
            <a:ext cx="5559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frontend/backend via API REST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199372" y="3837111"/>
            <a:ext cx="139687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3"/>
          <p:cNvSpPr/>
          <p:nvPr/>
        </p:nvSpPr>
        <p:spPr>
          <a:xfrm>
            <a:off x="2400541" y="3745671"/>
            <a:ext cx="5559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versões com Git e GitHub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Futuras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57200" y="98755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5" name="Text 2"/>
          <p:cNvSpPr/>
          <p:nvPr/>
        </p:nvSpPr>
        <p:spPr>
          <a:xfrm>
            <a:off x="658368" y="896112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móvel — PWA ou React Native, notificações push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7" name="Text 4"/>
          <p:cNvSpPr/>
          <p:nvPr/>
        </p:nvSpPr>
        <p:spPr>
          <a:xfrm>
            <a:off x="658368" y="1463040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pagamentos — Revolut ou MBWay, mensalidades </a:t>
            </a: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Plataforma, Sistema de </a:t>
            </a: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212140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9" name="Text 6"/>
          <p:cNvSpPr/>
          <p:nvPr/>
        </p:nvSpPr>
        <p:spPr>
          <a:xfrm>
            <a:off x="658368" y="2029968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estatísticas — presenças, ocupação de aulas, evolução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268833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11" name="Text 8"/>
          <p:cNvSpPr/>
          <p:nvPr/>
        </p:nvSpPr>
        <p:spPr>
          <a:xfrm>
            <a:off x="658368" y="2596896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notificações — alertas automáticos de marcações e mensalidades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57200" y="325526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13" name="Text 10"/>
          <p:cNvSpPr/>
          <p:nvPr/>
        </p:nvSpPr>
        <p:spPr>
          <a:xfrm>
            <a:off x="658368" y="3163824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graduações — exames de cinturão, histórico, certificados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57200" y="382219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15" name="Text 12"/>
          <p:cNvSpPr/>
          <p:nvPr/>
        </p:nvSpPr>
        <p:spPr>
          <a:xfrm>
            <a:off x="658368" y="3730752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Conteúdos multimédia — vídeos de treino, biblioteca de técnicas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55974" y="1338189"/>
            <a:ext cx="310896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654" y="3093837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atenção.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392</Words>
  <Application>Microsoft Office PowerPoint</Application>
  <PresentationFormat>Apresentação no Ecrã (16:9)</PresentationFormat>
  <Paragraphs>95</Paragraphs>
  <Slides>11</Slides>
  <Notes>11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Guilherme Lopes</cp:lastModifiedBy>
  <cp:revision>7</cp:revision>
  <dcterms:created xsi:type="dcterms:W3CDTF">2026-03-25T01:20:55Z</dcterms:created>
  <dcterms:modified xsi:type="dcterms:W3CDTF">2026-03-25T14:53:54Z</dcterms:modified>
</cp:coreProperties>
</file>